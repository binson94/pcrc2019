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261" r:id="rId3"/>
    <p:sldId id="310" r:id="rId4"/>
    <p:sldId id="275" r:id="rId5"/>
    <p:sldId id="311" r:id="rId6"/>
    <p:sldId id="312" r:id="rId7"/>
    <p:sldId id="313" r:id="rId8"/>
    <p:sldId id="314" r:id="rId9"/>
    <p:sldId id="276" r:id="rId10"/>
    <p:sldId id="315" r:id="rId11"/>
    <p:sldId id="316" r:id="rId12"/>
    <p:sldId id="300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5" r:id="rId21"/>
    <p:sldId id="326" r:id="rId22"/>
    <p:sldId id="32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c++</a:t>
            </a:r>
            <a:r>
              <a:rPr lang="ko-KR" altLang="en-US" sz="66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스터디 </a:t>
            </a:r>
            <a:r>
              <a:rPr lang="en-US" altLang="ko-KR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1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C++</a:t>
            </a:r>
            <a:endParaRPr lang="ko-KR" altLang="en-US" b="1" dirty="0"/>
          </a:p>
        </p:txBody>
      </p:sp>
      <p:sp>
        <p:nvSpPr>
          <p:cNvPr id="18" name="내용 개체 틀 17"/>
          <p:cNvSpPr>
            <a:spLocks noGrp="1"/>
          </p:cNvSpPr>
          <p:nvPr>
            <p:ph idx="1"/>
          </p:nvPr>
        </p:nvSpPr>
        <p:spPr>
          <a:xfrm>
            <a:off x="838200" y="2318686"/>
            <a:ext cx="10515600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“</a:t>
            </a:r>
            <a:r>
              <a:rPr lang="ko-KR" altLang="en-US" b="1" dirty="0"/>
              <a:t>절차 지향적 언어</a:t>
            </a:r>
            <a:r>
              <a:rPr lang="en-US" altLang="ko-KR" b="1" dirty="0"/>
              <a:t>“  vs. “</a:t>
            </a:r>
            <a:r>
              <a:rPr lang="ko-KR" altLang="en-US" b="1" dirty="0"/>
              <a:t>객체 지향적 언어</a:t>
            </a:r>
            <a:r>
              <a:rPr lang="en-US" altLang="ko-KR" b="1" dirty="0" smtClean="0"/>
              <a:t>”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116279" y="2121894"/>
            <a:ext cx="3182471" cy="801500"/>
          </a:xfrm>
          <a:prstGeom prst="rect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0" y="146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838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b="1" dirty="0" smtClean="0"/>
              <a:t>객체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18" name="내용 개체 틀 17"/>
          <p:cNvSpPr>
            <a:spLocks noGrp="1"/>
          </p:cNvSpPr>
          <p:nvPr>
            <p:ph idx="1"/>
          </p:nvPr>
        </p:nvSpPr>
        <p:spPr>
          <a:xfrm>
            <a:off x="838200" y="2318686"/>
            <a:ext cx="10515600" cy="4351338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ko-KR" altLang="en-US" b="1" dirty="0" smtClean="0"/>
              <a:t>객체 지향 언어를 이루는 기본 요소</a:t>
            </a:r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 smtClean="0"/>
              <a:t>자세한 내용은 앞으로 할 것</a:t>
            </a:r>
            <a:endParaRPr lang="en-US" altLang="ko-KR" b="1" dirty="0"/>
          </a:p>
          <a:p>
            <a:pPr marL="0" indent="0">
              <a:buNone/>
            </a:pPr>
            <a:endParaRPr lang="ko-KR" altLang="en-US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146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379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243500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표준 입출력</a:t>
            </a:r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(C)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592551" y="2366467"/>
            <a:ext cx="10515600" cy="33679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Consolas" panose="020B0609020204030204" pitchFamily="49" charset="0"/>
              </a:rPr>
              <a:t>C++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에서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C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의 라이브러리 함수 사용 가능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stdio.h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등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이용 가능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 smtClean="0">
                <a:latin typeface="Consolas" panose="020B0609020204030204" pitchFamily="49" charset="0"/>
              </a:rPr>
              <a:t>단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C++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만의 라이브러리와 호환을 위해선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cstdio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로 변경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추후 다시 설명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ko-KR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1437471" y="1466849"/>
            <a:ext cx="29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/>
              <a:t>stdio.h</a:t>
            </a:r>
            <a:endParaRPr lang="ko-KR" altLang="en-US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6410524" y="1466849"/>
            <a:ext cx="29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/>
              <a:t>printf</a:t>
            </a:r>
            <a:r>
              <a:rPr lang="en-US" altLang="ko-KR" sz="3600" b="1" dirty="0" smtClean="0"/>
              <a:t>, </a:t>
            </a:r>
            <a:r>
              <a:rPr lang="en-US" altLang="ko-KR" sz="3600" b="1" dirty="0" err="1" smtClean="0"/>
              <a:t>scanf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7730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243500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표준 입출력</a:t>
            </a:r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(C++)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592551" y="2366466"/>
            <a:ext cx="10515600" cy="43156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Consolas" panose="020B0609020204030204" pitchFamily="49" charset="0"/>
              </a:rPr>
              <a:t>input/output stream </a:t>
            </a:r>
            <a:r>
              <a:rPr lang="en-US" altLang="ko-KR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뒤에 </a:t>
            </a:r>
            <a:r>
              <a:rPr lang="en-US" altLang="ko-KR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.h</a:t>
            </a:r>
            <a:r>
              <a:rPr lang="ko-KR" alt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가 붙지 않음</a:t>
            </a:r>
            <a:r>
              <a:rPr lang="en-US" altLang="ko-KR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err="1" smtClean="0">
                <a:latin typeface="Consolas" panose="020B0609020204030204" pitchFamily="49" charset="0"/>
              </a:rPr>
              <a:t>cout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cin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은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iostream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헤더에 정의된 표준 입출력 객체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Consolas" panose="020B0609020204030204" pitchFamily="49" charset="0"/>
              </a:rPr>
              <a:t>&lt;&lt;, &gt;&gt;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연산자와 함께 사용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연산자 오버로딩에서 더 자세히 설명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 smtClean="0">
                <a:latin typeface="Consolas" panose="020B0609020204030204" pitchFamily="49" charset="0"/>
              </a:rPr>
              <a:t>연속해서 사용 가능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ko-KR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1437471" y="1466849"/>
            <a:ext cx="29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/>
              <a:t>iostream</a:t>
            </a:r>
            <a:endParaRPr lang="ko-KR" altLang="en-US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6410524" y="1466849"/>
            <a:ext cx="29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/>
              <a:t>cout</a:t>
            </a:r>
            <a:r>
              <a:rPr lang="en-US" altLang="ko-KR" sz="3600" b="1" dirty="0" smtClean="0"/>
              <a:t>, </a:t>
            </a:r>
            <a:r>
              <a:rPr lang="en-US" altLang="ko-KR" sz="3600" b="1" dirty="0" err="1" smtClean="0"/>
              <a:t>cin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1427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243500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표준 입출력</a:t>
            </a:r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(C++)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39" y="2239963"/>
            <a:ext cx="8620500" cy="320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6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3600" b="1" dirty="0" err="1" smtClean="0">
                <a:latin typeface="Consolas" panose="020B0609020204030204" pitchFamily="49" charset="0"/>
              </a:rPr>
              <a:t>std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서로 다른 라이브러리끼리 함수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변수 등의 이름 충돌 가능성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2400" b="1" dirty="0" smtClean="0">
                <a:latin typeface="Consolas" panose="020B0609020204030204" pitchFamily="49" charset="0"/>
              </a:rPr>
              <a:t>-&gt; namespace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이용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endParaRPr lang="en-US" altLang="ko-KR" sz="2400" dirty="0"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서로 다른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namespace</a:t>
            </a:r>
            <a:r>
              <a:rPr lang="ko-KR" altLang="en-US" sz="2400" b="1" dirty="0" err="1" smtClean="0">
                <a:latin typeface="Consolas" panose="020B0609020204030204" pitchFamily="49" charset="0"/>
              </a:rPr>
              <a:t>끼리는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 이름 겹치기 가능</a:t>
            </a:r>
            <a:endParaRPr lang="ko-KR" altLang="en-US" sz="2400" b="1" dirty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Namespace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405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Namespace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79"/>
          <a:stretch/>
        </p:blipFill>
        <p:spPr>
          <a:xfrm>
            <a:off x="351134" y="1278570"/>
            <a:ext cx="6207928" cy="5169927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68" r="17180"/>
          <a:stretch/>
        </p:blipFill>
        <p:spPr>
          <a:xfrm>
            <a:off x="6559062" y="2058986"/>
            <a:ext cx="5325208" cy="212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3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 </a:t>
            </a:r>
            <a:r>
              <a:rPr lang="en-US" altLang="ko-KR" sz="3600" b="1" dirty="0" smtClean="0">
                <a:latin typeface="Consolas" panose="020B0609020204030204" pitchFamily="49" charset="0"/>
              </a:rPr>
              <a:t>using ~~~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b="1" dirty="0" smtClean="0">
                <a:latin typeface="Consolas" panose="020B0609020204030204" pitchFamily="49" charset="0"/>
              </a:rPr>
              <a:t>1.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특정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namespace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포함된 </a:t>
            </a:r>
            <a:r>
              <a:rPr lang="ko-KR" altLang="en-US" sz="2400" b="1" dirty="0" err="1" smtClean="0">
                <a:latin typeface="Consolas" panose="020B0609020204030204" pitchFamily="49" charset="0"/>
              </a:rPr>
              <a:t>식별자를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global namespace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있는 것처럼 이용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2400" b="1" dirty="0" smtClean="0">
                <a:latin typeface="Consolas" panose="020B0609020204030204" pitchFamily="49" charset="0"/>
              </a:rPr>
              <a:t>ex) using Woo::Hello;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r>
              <a:rPr lang="en-US" altLang="ko-KR" sz="2400" b="1" dirty="0" smtClean="0">
                <a:latin typeface="Consolas" panose="020B0609020204030204" pitchFamily="49" charset="0"/>
              </a:rPr>
              <a:t>2.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특정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namespace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포함된 모든 </a:t>
            </a:r>
            <a:r>
              <a:rPr lang="ko-KR" altLang="en-US" sz="2400" b="1" dirty="0" err="1" smtClean="0">
                <a:latin typeface="Consolas" panose="020B0609020204030204" pitchFamily="49" charset="0"/>
              </a:rPr>
              <a:t>식별자를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global namespace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있는 것처럼 이용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2400" b="1" dirty="0" smtClean="0">
                <a:latin typeface="Consolas" panose="020B0609020204030204" pitchFamily="49" charset="0"/>
              </a:rPr>
              <a:t>ex) using namespace Woo;</a:t>
            </a:r>
            <a:endParaRPr lang="en-US" altLang="ko-KR" sz="2400" b="1" dirty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Namespace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13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Namespace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99" y="1721356"/>
            <a:ext cx="6029493" cy="43737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406" y="2185731"/>
            <a:ext cx="6240115" cy="120222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5293511" y="2291839"/>
            <a:ext cx="1265551" cy="2579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28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 </a:t>
            </a:r>
            <a:r>
              <a:rPr lang="en-US" altLang="ko-KR" sz="3600" b="1" dirty="0" err="1" smtClean="0">
                <a:latin typeface="Consolas" panose="020B0609020204030204" pitchFamily="49" charset="0"/>
              </a:rPr>
              <a:t>stdio.h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b="1" dirty="0" err="1" smtClean="0">
                <a:latin typeface="Consolas" panose="020B0609020204030204" pitchFamily="49" charset="0"/>
              </a:rPr>
              <a:t>stdio.h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는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namespace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없음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r>
              <a:rPr lang="en-US" altLang="ko-KR" sz="2400" b="1" dirty="0" err="1" smtClean="0">
                <a:latin typeface="Consolas" panose="020B0609020204030204" pitchFamily="49" charset="0"/>
              </a:rPr>
              <a:t>cstdio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는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std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 namespace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존재</a:t>
            </a:r>
            <a:endParaRPr lang="en-US" altLang="ko-KR" sz="2400" b="1" dirty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Namespace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6" name="제목 9"/>
          <p:cNvSpPr txBox="1">
            <a:spLocks/>
          </p:cNvSpPr>
          <p:nvPr/>
        </p:nvSpPr>
        <p:spPr>
          <a:xfrm>
            <a:off x="6251164" y="878142"/>
            <a:ext cx="46872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 smtClean="0">
                <a:latin typeface="Consolas" panose="020B0609020204030204" pitchFamily="49" charset="0"/>
              </a:rPr>
              <a:t> </a:t>
            </a:r>
            <a:r>
              <a:rPr lang="en-US" altLang="ko-KR" sz="3600" b="1" dirty="0" err="1" smtClean="0">
                <a:latin typeface="Consolas" panose="020B0609020204030204" pitchFamily="49" charset="0"/>
              </a:rPr>
              <a:t>cstdio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75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덧셈 프로그램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0" y="1315160"/>
            <a:ext cx="6928699" cy="507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6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같은 이름을 가진 여러 개의 함수 존재 가능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조건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: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매개 변수가 달라야 함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개수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타입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함수 오버로딩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24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함수 오버로딩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66"/>
          <a:stretch/>
        </p:blipFill>
        <p:spPr>
          <a:xfrm>
            <a:off x="86726" y="1038225"/>
            <a:ext cx="5945810" cy="46987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36" y="4005891"/>
            <a:ext cx="7545086" cy="237066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55" b="-28"/>
          <a:stretch/>
        </p:blipFill>
        <p:spPr>
          <a:xfrm>
            <a:off x="6032536" y="1072060"/>
            <a:ext cx="5945810" cy="2804746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6140652" y="4144979"/>
            <a:ext cx="1473485" cy="3215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33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매개변수의 기본값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값을 전달하지 않은 경우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그 값을 가짐</a:t>
            </a:r>
            <a:endParaRPr lang="en-US" altLang="ko-KR" sz="2400" b="1" dirty="0" smtClean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default parameter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461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default parameter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23" y="1155630"/>
            <a:ext cx="5369062" cy="54201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820" y="2509584"/>
            <a:ext cx="6608507" cy="1356144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5397357" y="2648672"/>
            <a:ext cx="1473485" cy="3215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862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뒤에 있는 매개변수부터 줄 수 있음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함수 프로토타입이나 정의 둘 중 하나에만 기술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일반적으로 프로토타입에 기술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default parameter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892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각각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malloc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과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free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대응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6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 </a:t>
            </a:r>
            <a:r>
              <a:rPr lang="en-US" altLang="ko-KR" sz="3600" b="1" dirty="0" smtClean="0">
                <a:latin typeface="Consolas" panose="020B0609020204030204" pitchFamily="49" charset="0"/>
              </a:rPr>
              <a:t>new, delete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9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7" y="1051481"/>
            <a:ext cx="4281015" cy="47602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11" y="91861"/>
            <a:ext cx="4900312" cy="660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70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bool type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6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조건 검사에 사용하는 타입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정수와 덧셈 가능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(true : 1, false : 0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취급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</a:t>
            </a:r>
          </a:p>
          <a:p>
            <a:endParaRPr lang="en-US" altLang="ko-KR" sz="2400" b="1" dirty="0" smtClean="0">
              <a:latin typeface="Consolas" panose="020B0609020204030204" pitchFamily="49" charset="0"/>
            </a:endParaRPr>
          </a:p>
          <a:p>
            <a:r>
              <a:rPr lang="en-US" altLang="ko-KR" sz="2400" b="1" dirty="0" smtClean="0">
                <a:latin typeface="Consolas" panose="020B0609020204030204" pitchFamily="49" charset="0"/>
              </a:rPr>
              <a:t>1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또는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0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만 저장 가능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2400" b="1" dirty="0" smtClean="0">
                <a:latin typeface="Consolas" panose="020B0609020204030204" pitchFamily="49" charset="0"/>
              </a:rPr>
              <a:t>ex) bool a = 3;		//a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에 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1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저장됨</a:t>
            </a:r>
            <a:endParaRPr lang="en-US" altLang="ko-KR" sz="2400" b="1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5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inline function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6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sz="2400" b="1" dirty="0" smtClean="0">
                <a:latin typeface="Consolas" panose="020B0609020204030204" pitchFamily="49" charset="0"/>
              </a:rPr>
              <a:t>기술은 함수처럼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,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작동은 매크로처럼</a:t>
            </a:r>
            <a:endParaRPr lang="en-US" altLang="ko-KR" sz="2400" b="1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69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 txBox="1">
            <a:spLocks/>
          </p:cNvSpPr>
          <p:nvPr/>
        </p:nvSpPr>
        <p:spPr>
          <a:xfrm>
            <a:off x="99265" y="-243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inline function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5" y="1682237"/>
            <a:ext cx="6374663" cy="401442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074" y="1331656"/>
            <a:ext cx="5715573" cy="45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1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324</Words>
  <Application>Microsoft Office PowerPoint</Application>
  <PresentationFormat>와이드스크린</PresentationFormat>
  <Paragraphs>88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휴먼매직체</vt:lpstr>
      <vt:lpstr>Arial</vt:lpstr>
      <vt:lpstr>Consolas</vt:lpstr>
      <vt:lpstr>Office 테마</vt:lpstr>
      <vt:lpstr>c++ 스터디 1주차 </vt:lpstr>
      <vt:lpstr>C++</vt:lpstr>
      <vt:lpstr>객체?</vt:lpstr>
      <vt:lpstr>표준 입출력(C)</vt:lpstr>
      <vt:lpstr>표준 입출력(C++)</vt:lpstr>
      <vt:lpstr>표준 입출력(C++)</vt:lpstr>
      <vt:lpstr> std</vt:lpstr>
      <vt:lpstr>PowerPoint 프레젠테이션</vt:lpstr>
      <vt:lpstr> using ~~~</vt:lpstr>
      <vt:lpstr>PowerPoint 프레젠테이션</vt:lpstr>
      <vt:lpstr> stdio.h</vt:lpstr>
      <vt:lpstr>덧셈 프로그램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new, delete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70</cp:revision>
  <dcterms:created xsi:type="dcterms:W3CDTF">2016-06-26T11:40:01Z</dcterms:created>
  <dcterms:modified xsi:type="dcterms:W3CDTF">2019-12-29T11:30:01Z</dcterms:modified>
</cp:coreProperties>
</file>